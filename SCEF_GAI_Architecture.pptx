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3266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0972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3B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Feed - End-to-End Architecture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3108960" y="530352"/>
            <a:ext cx="2926080" cy="402336"/>
          </a:xfrm>
          <a:prstGeom prst="roundRect">
            <a:avLst>
              <a:gd name="adj" fmla="val 18182"/>
            </a:avLst>
          </a:prstGeom>
          <a:solidFill>
            <a:srgbClr val="F1EFE8"/>
          </a:solidFill>
          <a:ln w="6350">
            <a:solidFill>
              <a:srgbClr val="888780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108960" y="539496"/>
            <a:ext cx="292608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Quartz Scheduler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108960" y="739567"/>
            <a:ext cx="29260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0 16 ? * MON-FRI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0" y="932688"/>
            <a:ext cx="914" cy="182880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4617720" y="95097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01168" y="1133856"/>
            <a:ext cx="1298448" cy="457200"/>
          </a:xfrm>
          <a:prstGeom prst="roundRect">
            <a:avLst>
              <a:gd name="adj" fmla="val 160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201168" y="1143000"/>
            <a:ext cx="129844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1168" y="137160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18488" y="1133856"/>
            <a:ext cx="1298448" cy="457200"/>
          </a:xfrm>
          <a:prstGeom prst="roundRect">
            <a:avLst>
              <a:gd name="adj" fmla="val 160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Text 10"/>
          <p:cNvSpPr/>
          <p:nvPr/>
        </p:nvSpPr>
        <p:spPr>
          <a:xfrm>
            <a:off x="1618488" y="1143000"/>
            <a:ext cx="129844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swwr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618488" y="137160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035808" y="1133856"/>
            <a:ext cx="1298448" cy="457200"/>
          </a:xfrm>
          <a:prstGeom prst="roundRect">
            <a:avLst>
              <a:gd name="adj" fmla="val 160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3035808" y="1143000"/>
            <a:ext cx="129844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35808" y="137160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exposure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53128" y="1133856"/>
            <a:ext cx="1298448" cy="457200"/>
          </a:xfrm>
          <a:prstGeom prst="roundRect">
            <a:avLst>
              <a:gd name="adj" fmla="val 160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8" name="Text 16"/>
          <p:cNvSpPr/>
          <p:nvPr/>
        </p:nvSpPr>
        <p:spPr>
          <a:xfrm>
            <a:off x="4453128" y="1143000"/>
            <a:ext cx="129844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swwr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53128" y="137160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70448" y="1133856"/>
            <a:ext cx="1298448" cy="457200"/>
          </a:xfrm>
          <a:prstGeom prst="roundRect">
            <a:avLst>
              <a:gd name="adj" fmla="val 160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5870448" y="1143000"/>
            <a:ext cx="129844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70448" y="1371600"/>
            <a:ext cx="12984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059168" y="1133856"/>
            <a:ext cx="1700784" cy="457200"/>
          </a:xfrm>
          <a:prstGeom prst="roundRect">
            <a:avLst>
              <a:gd name="adj" fmla="val 160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7059168" y="1143000"/>
            <a:ext cx="1700784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C4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pse-month-end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59168" y="1371600"/>
            <a:ext cx="1700784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185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LW cron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68680" y="1591056"/>
            <a:ext cx="3703320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27" name="Shape 25"/>
          <p:cNvSpPr/>
          <p:nvPr/>
        </p:nvSpPr>
        <p:spPr>
          <a:xfrm>
            <a:off x="2286000" y="1591056"/>
            <a:ext cx="2286000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3703320" y="1591056"/>
            <a:ext cx="868680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 flipH="1">
            <a:off x="4572000" y="1591056"/>
            <a:ext cx="548640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30" name="Shape 28"/>
          <p:cNvSpPr/>
          <p:nvPr/>
        </p:nvSpPr>
        <p:spPr>
          <a:xfrm flipH="1">
            <a:off x="4572000" y="1591056"/>
            <a:ext cx="1965960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31" name="Shape 29"/>
          <p:cNvSpPr/>
          <p:nvPr/>
        </p:nvSpPr>
        <p:spPr>
          <a:xfrm flipH="1">
            <a:off x="4572000" y="1591056"/>
            <a:ext cx="3337560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32" name="Shape 30"/>
          <p:cNvSpPr/>
          <p:nvPr/>
        </p:nvSpPr>
        <p:spPr>
          <a:xfrm>
            <a:off x="2560320" y="1792224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3" name="Text 31"/>
          <p:cNvSpPr/>
          <p:nvPr/>
        </p:nvSpPr>
        <p:spPr>
          <a:xfrm>
            <a:off x="2560320" y="1801368"/>
            <a:ext cx="40233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C34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AbstractGAIFeedJob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560320" y="2020458"/>
            <a:ext cx="402336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34A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 cobDate · orchestrate steps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572000" y="2231136"/>
            <a:ext cx="914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36" name="Shape 34"/>
          <p:cNvSpPr/>
          <p:nvPr/>
        </p:nvSpPr>
        <p:spPr>
          <a:xfrm flipH="1">
            <a:off x="1737360" y="2011680"/>
            <a:ext cx="822960" cy="914"/>
          </a:xfrm>
          <a:prstGeom prst="line">
            <a:avLst/>
          </a:prstGeom>
          <a:noFill/>
          <a:ln w="10160">
            <a:solidFill>
              <a:srgbClr val="A32D2D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37" name="Shape 35"/>
          <p:cNvSpPr/>
          <p:nvPr/>
        </p:nvSpPr>
        <p:spPr>
          <a:xfrm>
            <a:off x="182880" y="1792224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CEBEB"/>
          </a:solidFill>
          <a:ln w="6350">
            <a:solidFill>
              <a:srgbClr val="A32D2D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8" name="Text 36"/>
          <p:cNvSpPr/>
          <p:nvPr/>
        </p:nvSpPr>
        <p:spPr>
          <a:xfrm>
            <a:off x="182880" y="1801368"/>
            <a:ext cx="1508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91F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alerts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82880" y="2020458"/>
            <a:ext cx="150876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rows · failure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583680" y="2011680"/>
            <a:ext cx="640080" cy="914"/>
          </a:xfrm>
          <a:prstGeom prst="line">
            <a:avLst/>
          </a:prstGeom>
          <a:noFill/>
          <a:ln w="6350">
            <a:solidFill>
              <a:srgbClr val="888780"/>
            </a:solidFill>
            <a:prstDash val="dash"/>
          </a:ln>
        </p:spPr>
        <p:txBody>
          <a:bodyPr/>
          <a:lstStyle/>
          <a:p>
            <a:endParaRPr lang="en-CA"/>
          </a:p>
        </p:txBody>
      </p:sp>
      <p:sp>
        <p:nvSpPr>
          <p:cNvPr id="41" name="Shape 39"/>
          <p:cNvSpPr/>
          <p:nvPr/>
        </p:nvSpPr>
        <p:spPr>
          <a:xfrm>
            <a:off x="7269480" y="1792224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F1EFE8"/>
          </a:solidFill>
          <a:ln w="6350">
            <a:solidFill>
              <a:srgbClr val="888780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7269480" y="1801368"/>
            <a:ext cx="169164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defs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269480" y="2020458"/>
            <a:ext cx="169164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feed configs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2103120" y="2432304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5" name="Text 43"/>
          <p:cNvSpPr/>
          <p:nvPr/>
        </p:nvSpPr>
        <p:spPr>
          <a:xfrm>
            <a:off x="2103120" y="2441448"/>
            <a:ext cx="4937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GAIDatabaseQueryService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103120" y="2660538"/>
            <a:ext cx="493776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· record · attribute queries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 flipH="1">
            <a:off x="1508760" y="2578608"/>
            <a:ext cx="594360" cy="914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48" name="Text 46"/>
          <p:cNvSpPr/>
          <p:nvPr/>
        </p:nvSpPr>
        <p:spPr>
          <a:xfrm>
            <a:off x="1755648" y="2468880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82880" y="2432304"/>
            <a:ext cx="1280160" cy="438912"/>
          </a:xfrm>
          <a:prstGeom prst="roundRect">
            <a:avLst>
              <a:gd name="adj" fmla="val 16667"/>
            </a:avLst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0" name="Text 48"/>
          <p:cNvSpPr/>
          <p:nvPr/>
        </p:nvSpPr>
        <p:spPr>
          <a:xfrm>
            <a:off x="182880" y="2441448"/>
            <a:ext cx="12801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38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182880" y="2660538"/>
            <a:ext cx="128016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54F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ADMCEF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1508760" y="2743200"/>
            <a:ext cx="594360" cy="914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53" name="Text 51"/>
          <p:cNvSpPr/>
          <p:nvPr/>
        </p:nvSpPr>
        <p:spPr>
          <a:xfrm>
            <a:off x="1755648" y="276148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72000" y="2871216"/>
            <a:ext cx="914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55" name="Shape 53"/>
          <p:cNvSpPr/>
          <p:nvPr/>
        </p:nvSpPr>
        <p:spPr>
          <a:xfrm>
            <a:off x="2103120" y="3072384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6" name="Text 54"/>
          <p:cNvSpPr/>
          <p:nvPr/>
        </p:nvSpPr>
        <p:spPr>
          <a:xfrm>
            <a:off x="2103120" y="3081528"/>
            <a:ext cx="49377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GAIFileWriterService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2103120" y="3300618"/>
            <a:ext cx="493776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· rows · TRAILER|N → .dat.gz + .ctrl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132320" y="3072384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EVENT.dat.gz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RECORD.dat.gz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ATTRIBUTE.dat.gz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CONTROL.ctrl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4572000" y="3511296"/>
            <a:ext cx="914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60" name="Text 58"/>
          <p:cNvSpPr/>
          <p:nvPr/>
        </p:nvSpPr>
        <p:spPr>
          <a:xfrm>
            <a:off x="4617720" y="357530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files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103120" y="3712464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2" name="Text 60"/>
          <p:cNvSpPr/>
          <p:nvPr/>
        </p:nvSpPr>
        <p:spPr>
          <a:xfrm>
            <a:off x="2103120" y="3721608"/>
            <a:ext cx="457200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50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GAISftpTransferService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103120" y="3940698"/>
            <a:ext cx="457200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0F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JSch · retry 3x · EVENT→RECORD→ATTRIBUTE→ctrl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675120" y="3931920"/>
            <a:ext cx="530352" cy="914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65" name="Text 63"/>
          <p:cNvSpPr/>
          <p:nvPr/>
        </p:nvSpPr>
        <p:spPr>
          <a:xfrm>
            <a:off x="6903720" y="3803904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SFTP</a:t>
            </a:r>
            <a:endParaRPr lang="en-US" sz="700" dirty="0"/>
          </a:p>
        </p:txBody>
      </p:sp>
      <p:sp>
        <p:nvSpPr>
          <p:cNvPr id="66" name="Shape 64"/>
          <p:cNvSpPr/>
          <p:nvPr/>
        </p:nvSpPr>
        <p:spPr>
          <a:xfrm>
            <a:off x="7223760" y="3712464"/>
            <a:ext cx="1737360" cy="438912"/>
          </a:xfrm>
          <a:prstGeom prst="roundRect">
            <a:avLst>
              <a:gd name="adj" fmla="val 16667"/>
            </a:avLst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7" name="Text 65"/>
          <p:cNvSpPr/>
          <p:nvPr/>
        </p:nvSpPr>
        <p:spPr>
          <a:xfrm>
            <a:off x="7223760" y="3721608"/>
            <a:ext cx="1737360" cy="24140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Gateway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7223760" y="3940698"/>
            <a:ext cx="1737360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gfolygwuat...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8092440" y="4151376"/>
            <a:ext cx="914" cy="201168"/>
          </a:xfrm>
          <a:prstGeom prst="line">
            <a:avLst/>
          </a:prstGeom>
          <a:noFill/>
          <a:ln w="10160">
            <a:solidFill>
              <a:srgbClr val="888780"/>
            </a:solidFill>
            <a:prstDash val="solid"/>
            <a:tailEnd type="arrow"/>
          </a:ln>
        </p:spPr>
        <p:txBody>
          <a:bodyPr/>
          <a:lstStyle/>
          <a:p>
            <a:endParaRPr lang="en-CA"/>
          </a:p>
        </p:txBody>
      </p:sp>
      <p:sp>
        <p:nvSpPr>
          <p:cNvPr id="70" name="Shape 68"/>
          <p:cNvSpPr/>
          <p:nvPr/>
        </p:nvSpPr>
        <p:spPr>
          <a:xfrm>
            <a:off x="2651760" y="4352544"/>
            <a:ext cx="3840480" cy="402336"/>
          </a:xfrm>
          <a:prstGeom prst="roundRect">
            <a:avLst>
              <a:gd name="adj" fmla="val 18182"/>
            </a:avLst>
          </a:prstGeom>
          <a:solidFill>
            <a:srgbClr val="F1EFE8"/>
          </a:solidFill>
          <a:ln w="6350">
            <a:solidFill>
              <a:srgbClr val="888780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1" name="Text 69"/>
          <p:cNvSpPr/>
          <p:nvPr/>
        </p:nvSpPr>
        <p:spPr>
          <a:xfrm>
            <a:off x="2651760" y="4361688"/>
            <a:ext cx="384048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Cleanup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2651760" y="4561759"/>
            <a:ext cx="384048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8887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staging dirs &gt; 30 days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7223760" y="4352544"/>
            <a:ext cx="1737360" cy="402336"/>
          </a:xfrm>
          <a:prstGeom prst="roundRect">
            <a:avLst>
              <a:gd name="adj" fmla="val 18182"/>
            </a:avLst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  <a:effectLst>
            <a:outerShdw blurRad="508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4" name="Text 72"/>
          <p:cNvSpPr/>
          <p:nvPr/>
        </p:nvSpPr>
        <p:spPr>
          <a:xfrm>
            <a:off x="7223760" y="4361688"/>
            <a:ext cx="1737360" cy="22128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12B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2.0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223760" y="4561759"/>
            <a:ext cx="173736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93C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Olympus team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182880" y="4846320"/>
            <a:ext cx="8778240" cy="256032"/>
          </a:xfrm>
          <a:prstGeom prst="roundRect">
            <a:avLst>
              <a:gd name="adj" fmla="val 14286"/>
            </a:avLst>
          </a:prstGeom>
          <a:solidFill>
            <a:srgbClr val="F8F8F6"/>
          </a:solidFill>
          <a:ln w="3810">
            <a:solidFill>
              <a:srgbClr val="88878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7" name="Shape 75"/>
          <p:cNvSpPr/>
          <p:nvPr/>
        </p:nvSpPr>
        <p:spPr>
          <a:xfrm>
            <a:off x="320040" y="49011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8" name="Text 76"/>
          <p:cNvSpPr/>
          <p:nvPr/>
        </p:nvSpPr>
        <p:spPr>
          <a:xfrm>
            <a:off x="502920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jobs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1783080" y="49011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EEEDFE"/>
          </a:solidFill>
          <a:ln w="63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0" name="Text 78"/>
          <p:cNvSpPr/>
          <p:nvPr/>
        </p:nvSpPr>
        <p:spPr>
          <a:xfrm>
            <a:off x="1965960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Orchestration</a:t>
            </a:r>
            <a:endParaRPr lang="en-US" sz="700" dirty="0"/>
          </a:p>
        </p:txBody>
      </p:sp>
      <p:sp>
        <p:nvSpPr>
          <p:cNvPr id="81" name="Shape 79"/>
          <p:cNvSpPr/>
          <p:nvPr/>
        </p:nvSpPr>
        <p:spPr>
          <a:xfrm>
            <a:off x="3246120" y="49011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E1F5EE"/>
          </a:solidFill>
          <a:ln w="635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2" name="Text 80"/>
          <p:cNvSpPr/>
          <p:nvPr/>
        </p:nvSpPr>
        <p:spPr>
          <a:xfrm>
            <a:off x="3429000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4709160" y="49011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FAEEDA"/>
          </a:solidFill>
          <a:ln w="6350">
            <a:solidFill>
              <a:srgbClr val="854F0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4" name="Text 82"/>
          <p:cNvSpPr/>
          <p:nvPr/>
        </p:nvSpPr>
        <p:spPr>
          <a:xfrm>
            <a:off x="4892040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DB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6172200" y="49011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FAECE7"/>
          </a:solidFill>
          <a:ln w="6350">
            <a:solidFill>
              <a:srgbClr val="993C1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6" name="Text 84"/>
          <p:cNvSpPr/>
          <p:nvPr/>
        </p:nvSpPr>
        <p:spPr>
          <a:xfrm>
            <a:off x="6355080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GAI platform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7635240" y="4901184"/>
            <a:ext cx="146304" cy="146304"/>
          </a:xfrm>
          <a:prstGeom prst="roundRect">
            <a:avLst>
              <a:gd name="adj" fmla="val 12500"/>
            </a:avLst>
          </a:prstGeom>
          <a:solidFill>
            <a:srgbClr val="FCEBEB"/>
          </a:solidFill>
          <a:ln w="6350">
            <a:solidFill>
              <a:srgbClr val="A32D2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8" name="Text 86"/>
          <p:cNvSpPr/>
          <p:nvPr/>
        </p:nvSpPr>
        <p:spPr>
          <a:xfrm>
            <a:off x="7818120" y="4901184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2C2C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</Words>
  <Application>Microsoft Office PowerPoint</Application>
  <PresentationFormat>On-screen Show (16:9)</PresentationFormat>
  <Paragraphs>51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SCEF GAI Feed Architecture</dc:title>
  <dc:subject>PptxGenJS Presentation</dc:subject>
  <dc:creator>Harish Minnagaddala</dc:creator>
  <cp:lastModifiedBy>Harish Minnagaddala (LCL-C)</cp:lastModifiedBy>
  <cp:revision>3</cp:revision>
  <dcterms:created xsi:type="dcterms:W3CDTF">2026-06-11T20:57:03Z</dcterms:created>
  <dcterms:modified xsi:type="dcterms:W3CDTF">2026-06-11T20:59:11Z</dcterms:modified>
</cp:coreProperties>
</file>